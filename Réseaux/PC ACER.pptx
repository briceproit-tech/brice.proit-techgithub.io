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CAC81-9253-4C98-BFEF-55D07309FF0E}" v="10" dt="2026-06-21T22:17:12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ce Yazidro KONSO" userId="6fca37b3-a70d-424e-baad-b6e8f7616f10" providerId="ADAL" clId="{16C135C1-B68B-4F0D-8883-E3CAAE504279}"/>
    <pc:docChg chg="custSel modSld">
      <pc:chgData name="Brice Yazidro KONSO" userId="6fca37b3-a70d-424e-baad-b6e8f7616f10" providerId="ADAL" clId="{16C135C1-B68B-4F0D-8883-E3CAAE504279}" dt="2026-06-21T22:19:01.149" v="847" actId="207"/>
      <pc:docMkLst>
        <pc:docMk/>
      </pc:docMkLst>
      <pc:sldChg chg="addSp modSp mod setBg">
        <pc:chgData name="Brice Yazidro KONSO" userId="6fca37b3-a70d-424e-baad-b6e8f7616f10" providerId="ADAL" clId="{16C135C1-B68B-4F0D-8883-E3CAAE504279}" dt="2026-06-21T22:19:01.149" v="847" actId="207"/>
        <pc:sldMkLst>
          <pc:docMk/>
          <pc:sldMk cId="862028336" sldId="256"/>
        </pc:sldMkLst>
        <pc:spChg chg="add mod">
          <ac:chgData name="Brice Yazidro KONSO" userId="6fca37b3-a70d-424e-baad-b6e8f7616f10" providerId="ADAL" clId="{16C135C1-B68B-4F0D-8883-E3CAAE504279}" dt="2026-06-21T22:19:01.149" v="847" actId="207"/>
          <ac:spMkLst>
            <pc:docMk/>
            <pc:sldMk cId="862028336" sldId="256"/>
            <ac:spMk id="8" creationId="{FCDE3EEE-1DB5-F036-A8A8-2A00CAFB5DFE}"/>
          </ac:spMkLst>
        </pc:spChg>
        <pc:spChg chg="add mod">
          <ac:chgData name="Brice Yazidro KONSO" userId="6fca37b3-a70d-424e-baad-b6e8f7616f10" providerId="ADAL" clId="{16C135C1-B68B-4F0D-8883-E3CAAE504279}" dt="2026-06-21T22:11:14.174" v="496" actId="20577"/>
          <ac:spMkLst>
            <pc:docMk/>
            <pc:sldMk cId="862028336" sldId="256"/>
            <ac:spMk id="9" creationId="{B2A52172-821C-250E-E33B-A70592E8F90F}"/>
          </ac:spMkLst>
        </pc:spChg>
        <pc:spChg chg="add mod">
          <ac:chgData name="Brice Yazidro KONSO" userId="6fca37b3-a70d-424e-baad-b6e8f7616f10" providerId="ADAL" clId="{16C135C1-B68B-4F0D-8883-E3CAAE504279}" dt="2026-06-21T22:17:44.286" v="770" actId="1076"/>
          <ac:spMkLst>
            <pc:docMk/>
            <pc:sldMk cId="862028336" sldId="256"/>
            <ac:spMk id="10" creationId="{5515BD30-EA24-3E1B-49C6-6EA1D37438ED}"/>
          </ac:spMkLst>
        </pc:spChg>
        <pc:spChg chg="add mod">
          <ac:chgData name="Brice Yazidro KONSO" userId="6fca37b3-a70d-424e-baad-b6e8f7616f10" providerId="ADAL" clId="{16C135C1-B68B-4F0D-8883-E3CAAE504279}" dt="2026-06-21T22:14:53.830" v="724" actId="20577"/>
          <ac:spMkLst>
            <pc:docMk/>
            <pc:sldMk cId="862028336" sldId="256"/>
            <ac:spMk id="11" creationId="{52CB384B-8974-7A36-96AD-405CDBDB5475}"/>
          </ac:spMkLst>
        </pc:spChg>
        <pc:spChg chg="add">
          <ac:chgData name="Brice Yazidro KONSO" userId="6fca37b3-a70d-424e-baad-b6e8f7616f10" providerId="ADAL" clId="{16C135C1-B68B-4F0D-8883-E3CAAE504279}" dt="2026-06-21T22:04:22.843" v="1" actId="26606"/>
          <ac:spMkLst>
            <pc:docMk/>
            <pc:sldMk cId="862028336" sldId="256"/>
            <ac:spMk id="12" creationId="{11BE3FA7-0D70-4431-814F-D8C40576EA93}"/>
          </ac:spMkLst>
        </pc:spChg>
        <pc:spChg chg="add mod">
          <ac:chgData name="Brice Yazidro KONSO" userId="6fca37b3-a70d-424e-baad-b6e8f7616f10" providerId="ADAL" clId="{16C135C1-B68B-4F0D-8883-E3CAAE504279}" dt="2026-06-21T22:17:39.053" v="769" actId="1076"/>
          <ac:spMkLst>
            <pc:docMk/>
            <pc:sldMk cId="862028336" sldId="256"/>
            <ac:spMk id="13" creationId="{8CF30BCF-0B67-10F8-5183-0D49F3DD41AB}"/>
          </ac:spMkLst>
        </pc:spChg>
        <pc:picChg chg="add mod ord">
          <ac:chgData name="Brice Yazidro KONSO" userId="6fca37b3-a70d-424e-baad-b6e8f7616f10" providerId="ADAL" clId="{16C135C1-B68B-4F0D-8883-E3CAAE504279}" dt="2026-06-21T22:14:43.404" v="722" actId="1076"/>
          <ac:picMkLst>
            <pc:docMk/>
            <pc:sldMk cId="862028336" sldId="256"/>
            <ac:picMk id="5" creationId="{33CA0147-34CB-31C0-F8B6-A375C1E958BC}"/>
          </ac:picMkLst>
        </pc:picChg>
        <pc:picChg chg="add mod">
          <ac:chgData name="Brice Yazidro KONSO" userId="6fca37b3-a70d-424e-baad-b6e8f7616f10" providerId="ADAL" clId="{16C135C1-B68B-4F0D-8883-E3CAAE504279}" dt="2026-06-21T22:14:42.111" v="721" actId="1076"/>
          <ac:picMkLst>
            <pc:docMk/>
            <pc:sldMk cId="862028336" sldId="256"/>
            <ac:picMk id="7" creationId="{CAFD7CC8-8E0D-5EE4-38BB-A17E0350FD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97830-DE42-34A6-9CE3-D41CB50D1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EE3B55-287B-17E8-DC22-EDB942EDE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6F41F-8782-68CA-B7F2-72778D6D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09F8E5-DCC7-7D4E-2AF4-23B74C5A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E0D3BE-293D-393E-4B1E-189D162A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32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AE37D-A9D5-FA3E-6247-88EDF8FE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FB3253-E8A2-79C7-7B7F-7A59C984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54154B-2A6C-5611-CC0E-031A6424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EB8E63-C929-7465-EB86-4E5AE416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C8D18-38BE-AC74-49B8-D9CEB0F9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81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33D3D-743A-4857-3E0F-E027DF16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07DD5B-53AA-615E-D5D3-F61D548DC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07F2D5-C47D-313D-7C75-FB53F334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9215F6-2133-C59C-8101-55E00CFF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4B8A83-E5F7-3AF8-47CD-0352A69B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8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765F3-A99F-50B6-265A-06A202AA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685EA8-8A4F-1548-AC9D-B596560D2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8F3090-77C0-7AF5-1BCA-5E2C96FE1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B11A8A-A317-968F-822A-C7163EE7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AB2D70-04DA-C4DE-8753-4EDC8398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86319D-F1D0-E758-BC30-B25D2F3D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623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E069D-2EA8-E37A-529E-766D644A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A88C7E-C2CC-3145-A266-567E2815B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882FB9-78D3-2A4B-A4D3-98C0B5F15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4A0705-EE8C-D733-9D49-34A9D1E5E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B45830-7082-A723-2A8B-91044E7C3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59FE9D7-5F87-9C14-50B4-FD487153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9F0973-49D0-26F5-7916-EAD4C683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057833-623E-9D5A-A8E8-E4238BC1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2A3FF-5923-BC50-ED58-5356F37A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BBA0E1-0BEB-AE27-3ACC-E0F27ACE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50A001-D122-4CF8-477B-AD625CF7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4CEDCA-9F3A-F856-05FC-D18F4C2C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14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4AC841-2C1F-978D-A844-5E1FA132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F8826E-29FC-22EC-729C-726322DE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60E8BB-1727-D066-FC3E-76608445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43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0BA34-40E5-9827-6B02-0BF76EDC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5F499B-B962-1DDC-3D26-83C826A7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037BEA-6C2B-88A7-0734-FFEFB65B3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A413BF-1A88-521F-C95D-37E75E10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6C564B-D7B0-BF20-2D2A-1B9CB8A2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316F1D-13ED-44B6-100C-CD787DB3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02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78F56-02D1-D8DB-6377-02E32709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99DF01-EAAB-1EB9-5334-524E8D786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DE7B0F-275D-3F01-8FDE-A46C89488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5472CE-3BDC-4385-9942-5A99588C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58CFFF-710B-9A65-5DFB-B86515B3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74250C-9942-11B8-4657-A73C55F6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21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0131D2-6B83-6C35-1C71-EE8C9664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08FF9B-2FBC-2DC5-A10D-7EDF484DB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A1BB03-9810-9275-C206-6B7D7D52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F7EC51-A378-39CF-8252-090D0488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B806FB-1FFD-9D11-2D70-0DB70081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456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F18F354-D16E-037B-162F-DD6DE8340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F07913-2301-09B0-5CA9-48F2362E6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CF8145-69D0-6B87-CD70-2FBB685E3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F2E63B-6280-2DE3-8051-058B3B5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15C387-D3D1-E024-1944-96DF86F4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31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3E5643-7B49-5B87-A819-EA727BC1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BD56A1-5D86-9882-521A-B926BBC17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386FB-908C-592B-C59D-190F48784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E9112-0F53-4825-8A71-5D64A521021E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3AA7AA-A097-A4AA-E2DB-CB58C9E84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6B2FC7-7B89-2B84-8078-A4EB600D2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13EDF-1016-4767-B18D-E86EF6E8AB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95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AFD7CC8-8E0D-5EE4-38BB-A17E0350F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79" r="20957" b="-1"/>
          <a:stretch>
            <a:fillRect/>
          </a:stretch>
        </p:blipFill>
        <p:spPr>
          <a:xfrm>
            <a:off x="659588" y="316195"/>
            <a:ext cx="3619613" cy="36674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CA0147-34CB-31C0-F8B6-A375C1E95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7" r="29445" b="-1"/>
          <a:stretch>
            <a:fillRect/>
          </a:stretch>
        </p:blipFill>
        <p:spPr>
          <a:xfrm>
            <a:off x="7504733" y="316195"/>
            <a:ext cx="3808122" cy="385424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CDE3EEE-1DB5-F036-A8A8-2A00CAFB5DFE}"/>
              </a:ext>
            </a:extLst>
          </p:cNvPr>
          <p:cNvSpPr txBox="1"/>
          <p:nvPr/>
        </p:nvSpPr>
        <p:spPr>
          <a:xfrm>
            <a:off x="190516" y="3486049"/>
            <a:ext cx="52844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Stockage : </a:t>
            </a:r>
            <a:r>
              <a:rPr lang="en-US" dirty="0">
                <a:solidFill>
                  <a:srgbClr val="002060"/>
                </a:solidFill>
              </a:rPr>
              <a:t>115Go eMMC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 err="1"/>
              <a:t>Mémoire</a:t>
            </a:r>
            <a:r>
              <a:rPr lang="en-US" dirty="0"/>
              <a:t> </a:t>
            </a:r>
            <a:r>
              <a:rPr lang="en-US" dirty="0" err="1"/>
              <a:t>vive</a:t>
            </a:r>
            <a:r>
              <a:rPr lang="en-US" dirty="0"/>
              <a:t> : </a:t>
            </a:r>
            <a:r>
              <a:rPr lang="en-US" dirty="0">
                <a:solidFill>
                  <a:srgbClr val="002060"/>
                </a:solidFill>
              </a:rPr>
              <a:t>4Go DDR4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 err="1"/>
              <a:t>écran</a:t>
            </a:r>
            <a:r>
              <a:rPr lang="en-US" dirty="0"/>
              <a:t> : </a:t>
            </a:r>
            <a:r>
              <a:rPr lang="en-US" dirty="0">
                <a:solidFill>
                  <a:srgbClr val="002060"/>
                </a:solidFill>
              </a:rPr>
              <a:t>15,6 </a:t>
            </a:r>
            <a:r>
              <a:rPr lang="en-US" dirty="0" err="1">
                <a:solidFill>
                  <a:srgbClr val="002060"/>
                </a:solidFill>
              </a:rPr>
              <a:t>pouces</a:t>
            </a:r>
            <a:r>
              <a:rPr lang="en-US" dirty="0">
                <a:solidFill>
                  <a:srgbClr val="002060"/>
                </a:solidFill>
              </a:rPr>
              <a:t> Full HD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fr-FR" dirty="0"/>
              <a:t>Webcam, Haut-parleurs et micro intégré avec souris offert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dirty="0"/>
              <a:t>Connectivité : </a:t>
            </a:r>
            <a:r>
              <a:rPr lang="fr-FR" dirty="0">
                <a:solidFill>
                  <a:srgbClr val="002060"/>
                </a:solidFill>
              </a:rPr>
              <a:t>Wi-Fi, Bluetooth, Ethernet RJ45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dirty="0"/>
              <a:t> Système d'exploitation : </a:t>
            </a:r>
            <a:r>
              <a:rPr lang="fr-FR" dirty="0">
                <a:solidFill>
                  <a:srgbClr val="002060"/>
                </a:solidFill>
              </a:rPr>
              <a:t>Windows 11 Pro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A52172-821C-250E-E33B-A70592E8F90F}"/>
              </a:ext>
            </a:extLst>
          </p:cNvPr>
          <p:cNvSpPr txBox="1"/>
          <p:nvPr/>
        </p:nvSpPr>
        <p:spPr>
          <a:xfrm>
            <a:off x="2275114" y="321108"/>
            <a:ext cx="7391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Ordinateur</a:t>
            </a:r>
            <a:r>
              <a:rPr lang="en-US" sz="2800" b="1" dirty="0">
                <a:solidFill>
                  <a:srgbClr val="002060"/>
                </a:solidFill>
              </a:rPr>
              <a:t> Portable ACER Aspire A115-32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515BD30-EA24-3E1B-49C6-6EA1D37438ED}"/>
              </a:ext>
            </a:extLst>
          </p:cNvPr>
          <p:cNvSpPr txBox="1"/>
          <p:nvPr/>
        </p:nvSpPr>
        <p:spPr>
          <a:xfrm>
            <a:off x="6499123" y="3429000"/>
            <a:ext cx="52183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Avantages</a:t>
            </a:r>
            <a:r>
              <a:rPr lang="en-US" dirty="0">
                <a:solidFill>
                  <a:srgbClr val="002060"/>
                </a:solidFill>
              </a:rPr>
              <a:t> : </a:t>
            </a:r>
          </a:p>
          <a:p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ordinateur</a:t>
            </a:r>
            <a:r>
              <a:rPr lang="en-US" dirty="0"/>
              <a:t> </a:t>
            </a:r>
            <a:r>
              <a:rPr lang="en-US" dirty="0" err="1"/>
              <a:t>léger</a:t>
            </a:r>
            <a:r>
              <a:rPr lang="en-US" dirty="0"/>
              <a:t> et portable </a:t>
            </a:r>
          </a:p>
          <a:p>
            <a:endParaRPr lang="en-US" dirty="0"/>
          </a:p>
          <a:p>
            <a:r>
              <a:rPr lang="en-US" dirty="0" err="1"/>
              <a:t>Faible</a:t>
            </a:r>
            <a:r>
              <a:rPr lang="en-US" dirty="0"/>
              <a:t> consummation </a:t>
            </a:r>
            <a:r>
              <a:rPr lang="en-US" dirty="0" err="1"/>
              <a:t>d’énergie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Idéale</a:t>
            </a:r>
            <a:r>
              <a:rPr lang="en-US" dirty="0"/>
              <a:t> pour un </a:t>
            </a:r>
            <a:r>
              <a:rPr lang="en-US" dirty="0" err="1"/>
              <a:t>environnement</a:t>
            </a:r>
            <a:r>
              <a:rPr lang="en-US" dirty="0"/>
              <a:t> </a:t>
            </a:r>
            <a:r>
              <a:rPr lang="en-US" dirty="0" err="1"/>
              <a:t>scolaire</a:t>
            </a:r>
            <a:r>
              <a:rPr lang="en-US" dirty="0"/>
              <a:t>/</a:t>
            </a:r>
            <a:r>
              <a:rPr lang="en-US" dirty="0" err="1"/>
              <a:t>bureautique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Etat : Bon état</a:t>
            </a:r>
          </a:p>
          <a:p>
            <a:endParaRPr lang="en-US" dirty="0"/>
          </a:p>
          <a:p>
            <a:r>
              <a:rPr lang="en-US" dirty="0"/>
              <a:t>Remise </a:t>
            </a:r>
            <a:r>
              <a:rPr lang="en-US" dirty="0" err="1"/>
              <a:t>en</a:t>
            </a:r>
            <a:r>
              <a:rPr lang="en-US" dirty="0"/>
              <a:t> main propre </a:t>
            </a:r>
          </a:p>
          <a:p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2CB384B-8974-7A36-96AD-405CDBDB5475}"/>
              </a:ext>
            </a:extLst>
          </p:cNvPr>
          <p:cNvSpPr txBox="1"/>
          <p:nvPr/>
        </p:nvSpPr>
        <p:spPr>
          <a:xfrm>
            <a:off x="4093028" y="1517583"/>
            <a:ext cx="4005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Logiciel</a:t>
            </a:r>
            <a:r>
              <a:rPr lang="en-US" dirty="0">
                <a:solidFill>
                  <a:srgbClr val="002060"/>
                </a:solidFill>
              </a:rPr>
              <a:t> : </a:t>
            </a:r>
            <a:r>
              <a:rPr lang="en-US" dirty="0" err="1">
                <a:solidFill>
                  <a:srgbClr val="002060"/>
                </a:solidFill>
              </a:rPr>
              <a:t>Powerpoint</a:t>
            </a:r>
            <a:r>
              <a:rPr lang="en-US" dirty="0">
                <a:solidFill>
                  <a:srgbClr val="002060"/>
                </a:solidFill>
              </a:rPr>
              <a:t>, Word, Excel.. </a:t>
            </a:r>
            <a:r>
              <a:rPr lang="en-US" dirty="0" err="1">
                <a:solidFill>
                  <a:srgbClr val="002060"/>
                </a:solidFill>
              </a:rPr>
              <a:t>Intégré</a:t>
            </a:r>
            <a:r>
              <a:rPr lang="en-US" dirty="0">
                <a:solidFill>
                  <a:srgbClr val="002060"/>
                </a:solidFill>
              </a:rPr>
              <a:t> et </a:t>
            </a:r>
            <a:r>
              <a:rPr lang="en-US" dirty="0" err="1">
                <a:solidFill>
                  <a:srgbClr val="002060"/>
                </a:solidFill>
              </a:rPr>
              <a:t>utilisable</a:t>
            </a:r>
            <a:r>
              <a:rPr lang="en-US" dirty="0">
                <a:solidFill>
                  <a:srgbClr val="002060"/>
                </a:solidFill>
              </a:rPr>
              <a:t> GRATUITEMENT !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F30BCF-0B67-10F8-5183-0D49F3DD41AB}"/>
              </a:ext>
            </a:extLst>
          </p:cNvPr>
          <p:cNvSpPr txBox="1"/>
          <p:nvPr/>
        </p:nvSpPr>
        <p:spPr>
          <a:xfrm>
            <a:off x="4687268" y="2529651"/>
            <a:ext cx="2998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highlight>
                  <a:srgbClr val="FFFF00"/>
                </a:highlight>
              </a:rPr>
              <a:t>PRIX : 190</a:t>
            </a:r>
            <a:r>
              <a:rPr lang="fr-FR" sz="2800" b="1" dirty="0">
                <a:solidFill>
                  <a:srgbClr val="C00000"/>
                </a:solidFill>
                <a:highlight>
                  <a:srgbClr val="FFFF00"/>
                </a:highlight>
              </a:rPr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8620283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</Words>
  <Application>Microsoft Office PowerPoint</Application>
  <PresentationFormat>Grand écran</PresentationFormat>
  <Paragraphs>25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Brice Yazidro KONSO</dc:creator>
  <cp:lastModifiedBy>Brice Yazidro KONSO</cp:lastModifiedBy>
  <cp:revision>1</cp:revision>
  <dcterms:created xsi:type="dcterms:W3CDTF">2026-06-21T22:02:29Z</dcterms:created>
  <dcterms:modified xsi:type="dcterms:W3CDTF">2026-06-21T22:19:05Z</dcterms:modified>
</cp:coreProperties>
</file>